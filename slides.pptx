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How AI is Transforming the U.S. Public Accounting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1" dirty="0">
                <a:solidFill>
                  <a:srgbClr val="FFFFFF"/>
                </a:solidFill>
              </a:rPr>
              <a:t>Sean Doyle, AI in Economics, 12/4/2025</a:t>
            </a:r>
            <a:endParaRPr dirty="0"/>
          </a:p>
          <a:p>
            <a:r>
              <a:rPr lang="en-US" b="1" dirty="0">
                <a:solidFill>
                  <a:srgbClr val="FFFFFF"/>
                </a:solidFill>
              </a:rPr>
              <a:t>Study done on the Public Accounting Industry and AI’s Impact on Worker’s.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AFCA1-BC62-9383-3208-C9C4F3E723C3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108AB4-B235-6BA8-992F-3CCCB38A0BAC}"/>
              </a:ext>
            </a:extLst>
          </p:cNvPr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1A2B4C"/>
                </a:solidFill>
              </a:rPr>
              <a:t>Personal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I am looking to pursue a career in the public accounting industry. I plan on getting my CPA license in the future. With the developments in AI recently, I was curious how AI will impact the public accounting industry in the future.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E47F3-A203-619A-1447-86618F7AB27B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Industry Overview (NAICS 5412)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The U.S. public accounting industry encompasses audit, tax preparation, consulting, and general assurance and advisory services.</a:t>
            </a:r>
          </a:p>
          <a:p>
            <a:r>
              <a:rPr lang="en-US" b="0" dirty="0">
                <a:solidFill>
                  <a:srgbClr val="4F5B66"/>
                </a:solidFill>
              </a:rPr>
              <a:t>Major players include the Big 4 Accounting Firms: (Deloitte, EY, PwC, KPMG). </a:t>
            </a:r>
          </a:p>
          <a:p>
            <a:pPr lvl="1"/>
            <a:r>
              <a:rPr lang="en-US" b="0" dirty="0">
                <a:solidFill>
                  <a:srgbClr val="4F5B66"/>
                </a:solidFill>
              </a:rPr>
              <a:t>Hold dominant share of audit revenue and large presence in advisory + tech-related service lines</a:t>
            </a:r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This industry employs over 1.3 million workers in the US, annual GDP of $1.316 (2024).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73D161-C1E0-EDB7-6B4F-4245DD024DC8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>
                <a:solidFill>
                  <a:srgbClr val="1A2B4C"/>
                </a:solidFill>
              </a:rPr>
              <a:t>Stage of Industry: Mature + Disrupted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Mature Industry: Stable but low-growth audit market; inelastic demand due to regulation.</a:t>
            </a:r>
          </a:p>
          <a:p>
            <a:r>
              <a:rPr lang="en-US" b="0" dirty="0">
                <a:solidFill>
                  <a:srgbClr val="4F5B66"/>
                </a:solidFill>
              </a:rPr>
              <a:t>Disruptive Elements: stable demand, constrained labor supply, and increasing reliance on innovation.</a:t>
            </a:r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AI pressures have resulted in increased investments to offset structural pressures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1A2B4C"/>
                </a:solidFill>
              </a:rPr>
              <a:t>Labor Supply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48084"/>
          </a:xfrm>
        </p:spPr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0" dirty="0">
                <a:solidFill>
                  <a:srgbClr val="4F5B66"/>
                </a:solidFill>
              </a:rPr>
              <a:t>Demand estimates for CPA’s continues to rise while new CPA Candidates continues to fall.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985F16-4E62-9D9A-A96D-D63B27B94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37" y="1248697"/>
            <a:ext cx="6225525" cy="373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1026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E13CF9-0A26-A981-FFB3-6079EF363027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GenAI Effects on Workers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Routine audit tasks automated: reconciliation, vouching, document review.</a:t>
            </a:r>
          </a:p>
          <a:p>
            <a:r>
              <a:rPr lang="en-US" b="0" dirty="0">
                <a:solidFill>
                  <a:srgbClr val="4F5B66"/>
                </a:solidFill>
              </a:rPr>
              <a:t>AI increases demand for analytics, advisory, and system-integration skills.</a:t>
            </a:r>
          </a:p>
          <a:p>
            <a:r>
              <a:rPr lang="en-US" b="0" dirty="0">
                <a:solidFill>
                  <a:srgbClr val="4F5B66"/>
                </a:solidFill>
              </a:rPr>
              <a:t>Entry-level and early-career jobs now face different tasks and skills.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CD8AD-A39E-299B-7EE6-EB771E0E9D4E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GenAI Effects on Firms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Automation leads to lower marginal costs and speeds testing.</a:t>
            </a:r>
          </a:p>
          <a:p>
            <a:r>
              <a:rPr lang="en-US" b="0" dirty="0">
                <a:solidFill>
                  <a:srgbClr val="4F5B66"/>
                </a:solidFill>
              </a:rPr>
              <a:t>Large firms benefit from high costs of AI -&gt; widens the gap between large firms from everyone else.</a:t>
            </a:r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Risks: audit opacity, bias, cybersecurity, compliance challenges.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E977C-6EBD-79B0-C98A-BD5E819DE257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Opportunities &amp; New Frontiers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Productivity gains shift human labor toward analytical and judgment-intensive tasks.</a:t>
            </a:r>
          </a:p>
          <a:p>
            <a:r>
              <a:rPr lang="en-US" b="0" dirty="0">
                <a:solidFill>
                  <a:srgbClr val="4F5B66"/>
                </a:solidFill>
              </a:rPr>
              <a:t>Advisory and analytics service lines expanding.</a:t>
            </a:r>
          </a:p>
          <a:p>
            <a:r>
              <a:rPr lang="en-US" b="0" dirty="0">
                <a:solidFill>
                  <a:srgbClr val="4F5B66"/>
                </a:solidFill>
              </a:rPr>
              <a:t>AI-first accounting startups entering the market.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7B840-4E93-4BCD-C700-C26B514B5084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Personal Path &amp; Upskilling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Target roles: audit associate, financial analyst, controller roles.</a:t>
            </a:r>
          </a:p>
          <a:p>
            <a:r>
              <a:rPr lang="en-US" b="0" dirty="0">
                <a:solidFill>
                  <a:srgbClr val="4F5B66"/>
                </a:solidFill>
              </a:rPr>
              <a:t>Skills: Excel, SQL, Python, GAAP knowledge, AI-assisted audit platforms.</a:t>
            </a:r>
          </a:p>
          <a:p>
            <a:r>
              <a:rPr lang="en-US" b="0" dirty="0">
                <a:solidFill>
                  <a:srgbClr val="4F5B66"/>
                </a:solidFill>
              </a:rPr>
              <a:t>Steps: courses, certifications, portfolio projects, networking.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3B38C-40CD-0BBF-C9E6-DB64E8EF103A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A2B4C"/>
                </a:solidFill>
              </a:rPr>
              <a:t>Reflection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b="0" dirty="0">
                <a:solidFill>
                  <a:srgbClr val="4F5B66"/>
                </a:solidFill>
              </a:rPr>
              <a:t>AI's effects are uneven but transformative across workers and firms.</a:t>
            </a:r>
          </a:p>
          <a:p>
            <a:r>
              <a:rPr lang="en-US" b="0" dirty="0">
                <a:solidFill>
                  <a:srgbClr val="4F5B66"/>
                </a:solidFill>
              </a:rPr>
              <a:t>Learned how labor shortages and tech adoption interact in mature industries.</a:t>
            </a:r>
          </a:p>
          <a:p>
            <a:r>
              <a:rPr lang="en-US" b="0" dirty="0">
                <a:solidFill>
                  <a:srgbClr val="4F5B66"/>
                </a:solidFill>
              </a:rPr>
              <a:t>Research expanded my sense of possible career paths in AI + accounting.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4008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E4A26C-A9DC-6141-F8CE-92012E11166A}"/>
              </a:ext>
            </a:extLst>
          </p:cNvPr>
          <p:cNvSpPr/>
          <p:nvPr/>
        </p:nvSpPr>
        <p:spPr>
          <a:xfrm>
            <a:off x="0" y="0"/>
            <a:ext cx="8809703" cy="228600"/>
          </a:xfrm>
          <a:prstGeom prst="rect">
            <a:avLst/>
          </a:prstGeom>
          <a:solidFill>
            <a:srgbClr val="4D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439</TotalTime>
  <Words>424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How AI is Transforming the U.S. Public Accounting Industry</vt:lpstr>
      <vt:lpstr>Personal Motivation</vt:lpstr>
      <vt:lpstr>Industry Overview (NAICS 5412)</vt:lpstr>
      <vt:lpstr>Stage of Industry: Mature + Disrupted</vt:lpstr>
      <vt:lpstr>Labor Supply Visualization</vt:lpstr>
      <vt:lpstr>GenAI Effects on Workers</vt:lpstr>
      <vt:lpstr>GenAI Effects on Firms</vt:lpstr>
      <vt:lpstr>Opportunities &amp; New Frontiers</vt:lpstr>
      <vt:lpstr>Personal Path &amp; Upskilling Plan</vt:lpstr>
      <vt:lpstr>Reflection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 Doyle</cp:lastModifiedBy>
  <cp:revision>3</cp:revision>
  <dcterms:created xsi:type="dcterms:W3CDTF">2013-01-27T09:14:16Z</dcterms:created>
  <dcterms:modified xsi:type="dcterms:W3CDTF">2025-12-09T02:54:08Z</dcterms:modified>
  <cp:category/>
</cp:coreProperties>
</file>